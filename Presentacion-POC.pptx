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erif Display" charset="1" panose="000000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7193" y="774915"/>
            <a:ext cx="3533614" cy="3533614"/>
          </a:xfrm>
          <a:custGeom>
            <a:avLst/>
            <a:gdLst/>
            <a:ahLst/>
            <a:cxnLst/>
            <a:rect r="r" b="b" t="t" l="l"/>
            <a:pathLst>
              <a:path h="3533614" w="3533614">
                <a:moveTo>
                  <a:pt x="0" y="0"/>
                </a:moveTo>
                <a:lnTo>
                  <a:pt x="3533614" y="0"/>
                </a:lnTo>
                <a:lnTo>
                  <a:pt x="3533614" y="3533614"/>
                </a:lnTo>
                <a:lnTo>
                  <a:pt x="0" y="3533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3165" y="3618661"/>
            <a:ext cx="9461670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AstroImage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0543" y="6326034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APLICACIÓN DIDÁCTICA PARA VISUALIZACIÓN DE CUERPOS CELESTES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24325" y="8528857"/>
            <a:ext cx="343935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Agüero Mauro y Agüero Fernando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174577" y="2533024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Las apliaciones de visualizacion de .fits no son acsesibles para principiantes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83262" y="2674320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10680" y="2772429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4577" y="4537700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 requiere conocimiento previo para poder operar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83262" y="4678996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20205" y="477710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4577" y="6543666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Solo sirven para visualizar imagenes y no dan información de su contenido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83262" y="6684962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10680" y="678307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28683" y="2940381"/>
            <a:ext cx="7314138" cy="5618473"/>
          </a:xfrm>
          <a:custGeom>
            <a:avLst/>
            <a:gdLst/>
            <a:ahLst/>
            <a:cxnLst/>
            <a:rect r="r" b="b" t="t" l="l"/>
            <a:pathLst>
              <a:path h="5618473" w="7314138">
                <a:moveTo>
                  <a:pt x="0" y="0"/>
                </a:moveTo>
                <a:lnTo>
                  <a:pt x="7314138" y="0"/>
                </a:lnTo>
                <a:lnTo>
                  <a:pt x="7314138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54" b="-329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90937" y="2940381"/>
            <a:ext cx="7314138" cy="5618473"/>
          </a:xfrm>
          <a:custGeom>
            <a:avLst/>
            <a:gdLst/>
            <a:ahLst/>
            <a:cxnLst/>
            <a:rect r="r" b="b" t="t" l="l"/>
            <a:pathLst>
              <a:path h="5618473" w="7314138">
                <a:moveTo>
                  <a:pt x="0" y="0"/>
                </a:moveTo>
                <a:lnTo>
                  <a:pt x="7314138" y="0"/>
                </a:lnTo>
                <a:lnTo>
                  <a:pt x="7314138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Otras alternativas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71887" y="4238162"/>
            <a:ext cx="1272873" cy="1376079"/>
          </a:xfrm>
          <a:custGeom>
            <a:avLst/>
            <a:gdLst/>
            <a:ahLst/>
            <a:cxnLst/>
            <a:rect r="r" b="b" t="t" l="l"/>
            <a:pathLst>
              <a:path h="1376079" w="1272873">
                <a:moveTo>
                  <a:pt x="0" y="0"/>
                </a:moveTo>
                <a:lnTo>
                  <a:pt x="1272874" y="0"/>
                </a:lnTo>
                <a:lnTo>
                  <a:pt x="1272874" y="1376079"/>
                </a:lnTo>
                <a:lnTo>
                  <a:pt x="0" y="1376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72628" y="4151435"/>
            <a:ext cx="1614097" cy="1549533"/>
          </a:xfrm>
          <a:custGeom>
            <a:avLst/>
            <a:gdLst/>
            <a:ahLst/>
            <a:cxnLst/>
            <a:rect r="r" b="b" t="t" l="l"/>
            <a:pathLst>
              <a:path h="1549533" w="1614097">
                <a:moveTo>
                  <a:pt x="0" y="0"/>
                </a:moveTo>
                <a:lnTo>
                  <a:pt x="1614096" y="0"/>
                </a:lnTo>
                <a:lnTo>
                  <a:pt x="1614096" y="1549533"/>
                </a:lnTo>
                <a:lnTo>
                  <a:pt x="0" y="154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259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Interfaz cómoda e intuitiva para principiantes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5583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Enfocado en aspecto didáctico para aprender mientras se utiliza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9907" y="6004245"/>
            <a:ext cx="4276833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469907" y="6004245"/>
            <a:ext cx="4276833" cy="221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Visualización de información relacionada al contenido de la imagen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18899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Entrega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8899" y="3679049"/>
            <a:ext cx="3237203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Reforzar aspectos didacticos de la aplicación</a:t>
            </a:r>
          </a:p>
        </p:txBody>
      </p:sp>
      <p:sp>
        <p:nvSpPr>
          <p:cNvPr name="AutoShape 7" id="7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720345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Entrega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0345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Cruzar información con catalogos Vizier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0079204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Entrega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9204" y="3582185"/>
            <a:ext cx="3237203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Cruzar información con Zimbad y otras fuentes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680650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Entrega 4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3680650" y="7770495"/>
            <a:ext cx="3237203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Tentativo: Integración con telescopio Nancy Grace Roman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Riesgos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3642063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Cruzado de información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4852373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Muchos catálogos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Información dispersa en diferentes fuentes (Gaia, Zimbad, Vizier)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Catálogos similares no organizan información de la misma manera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Algoritmos lentos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722434" y="4852373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 fits no tienen misma cálidad, por lo que suelen requerir parámetros específicos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Cruce de información es lenta por la cantidad de fuentes diferentes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Cuerpos especificos no tienen papers dedicados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8469" y="4852373"/>
            <a:ext cx="4843133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 cuerpos detectados por el algoritmo no siempre tienen trabajos asociados o dedicados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DAHU7QkWVKw</dc:identifier>
  <dcterms:modified xsi:type="dcterms:W3CDTF">2011-08-01T06:04:30Z</dcterms:modified>
  <cp:revision>1</cp:revision>
  <dc:title>Black and White Simple Minimalist Pitch Deck Marketing Presentation</dc:title>
</cp:coreProperties>
</file>